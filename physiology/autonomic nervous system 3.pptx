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74" r:id="rId4"/>
    <p:sldId id="275" r:id="rId5"/>
    <p:sldId id="270" r:id="rId6"/>
    <p:sldId id="276" r:id="rId7"/>
    <p:sldId id="272" r:id="rId8"/>
    <p:sldId id="273" r:id="rId9"/>
    <p:sldId id="277" r:id="rId10"/>
    <p:sldId id="278" r:id="rId11"/>
    <p:sldId id="258" r:id="rId12"/>
  </p:sldIdLst>
  <p:sldSz cx="12192000" cy="6858000"/>
  <p:notesSz cx="6858000" cy="9144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A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8"/>
    <p:restoredTop sz="94632"/>
  </p:normalViewPr>
  <p:slideViewPr>
    <p:cSldViewPr snapToGrid="0" snapToObjects="1">
      <p:cViewPr varScale="1">
        <p:scale>
          <a:sx n="81" d="100"/>
          <a:sy n="81" d="100"/>
        </p:scale>
        <p:origin x="55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F99642-B9CD-4989-8D9B-94C87A1F9A4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3EF266B-D0E4-439D-A432-2838D5564BC8}">
      <dgm:prSet phldrT="[Text]" custT="1"/>
      <dgm:spPr/>
      <dgm:t>
        <a:bodyPr/>
        <a:lstStyle/>
        <a:p>
          <a:r>
            <a:rPr lang="en-US" sz="2400" dirty="0"/>
            <a:t>Adrenergic receptors </a:t>
          </a:r>
        </a:p>
      </dgm:t>
    </dgm:pt>
    <dgm:pt modelId="{6D2F205E-636B-4922-A768-37A3D93E1D64}" type="parTrans" cxnId="{165AF92A-B39F-43D1-918A-3F699D2A9C29}">
      <dgm:prSet/>
      <dgm:spPr/>
      <dgm:t>
        <a:bodyPr/>
        <a:lstStyle/>
        <a:p>
          <a:endParaRPr lang="en-US"/>
        </a:p>
      </dgm:t>
    </dgm:pt>
    <dgm:pt modelId="{8B5D1CAE-C434-4F7C-BBF8-9F68F64EC083}" type="sibTrans" cxnId="{165AF92A-B39F-43D1-918A-3F699D2A9C29}">
      <dgm:prSet/>
      <dgm:spPr/>
      <dgm:t>
        <a:bodyPr/>
        <a:lstStyle/>
        <a:p>
          <a:endParaRPr lang="en-US"/>
        </a:p>
      </dgm:t>
    </dgm:pt>
    <dgm:pt modelId="{F6D559A5-28C3-4C42-8DD7-77E40621B834}">
      <dgm:prSet phldrT="[Text]"/>
      <dgm:spPr/>
      <dgm:t>
        <a:bodyPr/>
        <a:lstStyle/>
        <a:p>
          <a:r>
            <a:rPr lang="el-GR" dirty="0">
              <a:latin typeface="Times New Roman" panose="02020603050405020304" pitchFamily="18" charset="0"/>
              <a:cs typeface="Times New Roman" panose="02020603050405020304" pitchFamily="18" charset="0"/>
            </a:rPr>
            <a:t>α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 dirty="0"/>
        </a:p>
      </dgm:t>
    </dgm:pt>
    <dgm:pt modelId="{EF883A66-B33F-4225-A1C0-7E5785E2B5C7}" type="parTrans" cxnId="{54624446-194A-41B8-A221-0D592A29A865}">
      <dgm:prSet/>
      <dgm:spPr/>
      <dgm:t>
        <a:bodyPr/>
        <a:lstStyle/>
        <a:p>
          <a:endParaRPr lang="en-US"/>
        </a:p>
      </dgm:t>
    </dgm:pt>
    <dgm:pt modelId="{7D8C61A8-A859-44AE-83F9-8FE8045B4760}" type="sibTrans" cxnId="{54624446-194A-41B8-A221-0D592A29A865}">
      <dgm:prSet/>
      <dgm:spPr/>
      <dgm:t>
        <a:bodyPr/>
        <a:lstStyle/>
        <a:p>
          <a:endParaRPr lang="en-US"/>
        </a:p>
      </dgm:t>
    </dgm:pt>
    <dgm:pt modelId="{34485D6D-50FF-42DC-9D44-0EEA92725882}">
      <dgm:prSet phldrT="[Text]"/>
      <dgm:spPr/>
      <dgm:t>
        <a:bodyPr/>
        <a:lstStyle/>
        <a:p>
          <a:r>
            <a:rPr lang="el-GR" dirty="0">
              <a:latin typeface="Times New Roman" panose="02020603050405020304" pitchFamily="18" charset="0"/>
              <a:cs typeface="Times New Roman" panose="02020603050405020304" pitchFamily="18" charset="0"/>
            </a:rPr>
            <a:t>α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1</a:t>
          </a:r>
          <a:endParaRPr lang="en-US" dirty="0"/>
        </a:p>
      </dgm:t>
    </dgm:pt>
    <dgm:pt modelId="{58BE7CE9-D3A0-4A37-927E-CEC20EF5587C}" type="parTrans" cxnId="{3594884E-B51A-4B89-A152-774A1AAA64C9}">
      <dgm:prSet/>
      <dgm:spPr/>
      <dgm:t>
        <a:bodyPr/>
        <a:lstStyle/>
        <a:p>
          <a:endParaRPr lang="en-US"/>
        </a:p>
      </dgm:t>
    </dgm:pt>
    <dgm:pt modelId="{ECA26F9C-5B03-45D6-9A59-BFDC3998AE62}" type="sibTrans" cxnId="{3594884E-B51A-4B89-A152-774A1AAA64C9}">
      <dgm:prSet/>
      <dgm:spPr/>
      <dgm:t>
        <a:bodyPr/>
        <a:lstStyle/>
        <a:p>
          <a:endParaRPr lang="en-US"/>
        </a:p>
      </dgm:t>
    </dgm:pt>
    <dgm:pt modelId="{5571D5D6-DA89-4A86-851C-3173F1E9486D}">
      <dgm:prSet phldrT="[Text]"/>
      <dgm:spPr/>
      <dgm:t>
        <a:bodyPr/>
        <a:lstStyle/>
        <a:p>
          <a:r>
            <a:rPr lang="el-GR" dirty="0">
              <a:latin typeface="Times New Roman" panose="02020603050405020304" pitchFamily="18" charset="0"/>
              <a:cs typeface="Times New Roman" panose="02020603050405020304" pitchFamily="18" charset="0"/>
            </a:rPr>
            <a:t>α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2</a:t>
          </a:r>
          <a:endParaRPr lang="en-US" dirty="0"/>
        </a:p>
      </dgm:t>
    </dgm:pt>
    <dgm:pt modelId="{76D39376-4F3A-409B-ACBF-F0392599B387}" type="parTrans" cxnId="{A56CED0B-8EDB-47B1-9655-FA86CBF4E547}">
      <dgm:prSet/>
      <dgm:spPr/>
      <dgm:t>
        <a:bodyPr/>
        <a:lstStyle/>
        <a:p>
          <a:endParaRPr lang="en-US"/>
        </a:p>
      </dgm:t>
    </dgm:pt>
    <dgm:pt modelId="{5FDF2D0B-07B1-4FD5-8FB1-9AC6E0E85485}" type="sibTrans" cxnId="{A56CED0B-8EDB-47B1-9655-FA86CBF4E547}">
      <dgm:prSet/>
      <dgm:spPr/>
      <dgm:t>
        <a:bodyPr/>
        <a:lstStyle/>
        <a:p>
          <a:endParaRPr lang="en-US"/>
        </a:p>
      </dgm:t>
    </dgm:pt>
    <dgm:pt modelId="{43CF0A15-71DF-4DEE-AAEE-90E75E980C3D}">
      <dgm:prSet phldrT="[Text]"/>
      <dgm:spPr/>
      <dgm:t>
        <a:bodyPr/>
        <a:lstStyle/>
        <a:p>
          <a:r>
            <a:rPr lang="el-GR" dirty="0">
              <a:latin typeface="Times New Roman" panose="02020603050405020304" pitchFamily="18" charset="0"/>
              <a:cs typeface="Times New Roman" panose="02020603050405020304" pitchFamily="18" charset="0"/>
            </a:rPr>
            <a:t>β</a:t>
          </a:r>
          <a:endParaRPr lang="en-US" dirty="0"/>
        </a:p>
      </dgm:t>
    </dgm:pt>
    <dgm:pt modelId="{EEFDAB97-7A75-476D-B56F-8D558B03008B}" type="parTrans" cxnId="{835E4635-23B5-4C7B-A3BE-E07881F0C7D7}">
      <dgm:prSet/>
      <dgm:spPr/>
      <dgm:t>
        <a:bodyPr/>
        <a:lstStyle/>
        <a:p>
          <a:endParaRPr lang="en-US"/>
        </a:p>
      </dgm:t>
    </dgm:pt>
    <dgm:pt modelId="{420CD0AB-1E26-429E-89BA-EAD16090380F}" type="sibTrans" cxnId="{835E4635-23B5-4C7B-A3BE-E07881F0C7D7}">
      <dgm:prSet/>
      <dgm:spPr/>
      <dgm:t>
        <a:bodyPr/>
        <a:lstStyle/>
        <a:p>
          <a:endParaRPr lang="en-US"/>
        </a:p>
      </dgm:t>
    </dgm:pt>
    <dgm:pt modelId="{4C025F74-33AF-44F9-89C6-BEE1EFD9B6B1}">
      <dgm:prSet phldrT="[Text]"/>
      <dgm:spPr/>
      <dgm:t>
        <a:bodyPr/>
        <a:lstStyle/>
        <a:p>
          <a:r>
            <a:rPr lang="el-GR" dirty="0">
              <a:latin typeface="Times New Roman" panose="02020603050405020304" pitchFamily="18" charset="0"/>
              <a:cs typeface="Times New Roman" panose="02020603050405020304" pitchFamily="18" charset="0"/>
            </a:rPr>
            <a:t>β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1</a:t>
          </a:r>
          <a:endParaRPr lang="en-US" dirty="0"/>
        </a:p>
      </dgm:t>
    </dgm:pt>
    <dgm:pt modelId="{07771DD6-D9DF-4F7B-A53D-1F922DB2614D}" type="sibTrans" cxnId="{7322A5E3-8ED6-4432-ABC3-5F393A3E5908}">
      <dgm:prSet/>
      <dgm:spPr/>
      <dgm:t>
        <a:bodyPr/>
        <a:lstStyle/>
        <a:p>
          <a:endParaRPr lang="en-US"/>
        </a:p>
      </dgm:t>
    </dgm:pt>
    <dgm:pt modelId="{7CAD1F21-4AC8-4AB8-9B4D-55F51CA50AD9}" type="parTrans" cxnId="{7322A5E3-8ED6-4432-ABC3-5F393A3E5908}">
      <dgm:prSet/>
      <dgm:spPr/>
      <dgm:t>
        <a:bodyPr/>
        <a:lstStyle/>
        <a:p>
          <a:endParaRPr lang="en-US"/>
        </a:p>
      </dgm:t>
    </dgm:pt>
    <dgm:pt modelId="{AF4F2FF8-2D50-463E-A516-DAD6AD675462}">
      <dgm:prSet phldrT="[Text]"/>
      <dgm:spPr/>
      <dgm:t>
        <a:bodyPr/>
        <a:lstStyle/>
        <a:p>
          <a:r>
            <a:rPr lang="el-GR" dirty="0">
              <a:latin typeface="Times New Roman" panose="02020603050405020304" pitchFamily="18" charset="0"/>
              <a:cs typeface="Times New Roman" panose="02020603050405020304" pitchFamily="18" charset="0"/>
            </a:rPr>
            <a:t>β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2</a:t>
          </a:r>
          <a:endParaRPr lang="en-US" dirty="0"/>
        </a:p>
      </dgm:t>
    </dgm:pt>
    <dgm:pt modelId="{BD38CDE5-5A73-4794-A4A2-874FC7C0D03A}" type="parTrans" cxnId="{0B8402C8-68D9-43B3-A000-50E866D2BAF5}">
      <dgm:prSet/>
      <dgm:spPr/>
      <dgm:t>
        <a:bodyPr/>
        <a:lstStyle/>
        <a:p>
          <a:endParaRPr lang="en-US"/>
        </a:p>
      </dgm:t>
    </dgm:pt>
    <dgm:pt modelId="{C98DFEB0-17B4-41B6-B661-C98BCB67121B}" type="sibTrans" cxnId="{0B8402C8-68D9-43B3-A000-50E866D2BAF5}">
      <dgm:prSet/>
      <dgm:spPr/>
      <dgm:t>
        <a:bodyPr/>
        <a:lstStyle/>
        <a:p>
          <a:endParaRPr lang="en-US"/>
        </a:p>
      </dgm:t>
    </dgm:pt>
    <dgm:pt modelId="{74D497FB-28DB-4F31-8BC9-CEA853D909B6}">
      <dgm:prSet phldrT="[Text]"/>
      <dgm:spPr/>
      <dgm:t>
        <a:bodyPr/>
        <a:lstStyle/>
        <a:p>
          <a:r>
            <a:rPr lang="el-GR" dirty="0"/>
            <a:t>β </a:t>
          </a:r>
          <a:r>
            <a:rPr lang="en-US" dirty="0"/>
            <a:t>3</a:t>
          </a:r>
        </a:p>
      </dgm:t>
    </dgm:pt>
    <dgm:pt modelId="{047A6723-CECA-4A8B-981F-04F2BD0B23E0}" type="parTrans" cxnId="{10062F1A-E968-4A43-86F2-8F1F270D60D6}">
      <dgm:prSet/>
      <dgm:spPr/>
      <dgm:t>
        <a:bodyPr/>
        <a:lstStyle/>
        <a:p>
          <a:endParaRPr lang="en-US"/>
        </a:p>
      </dgm:t>
    </dgm:pt>
    <dgm:pt modelId="{16CF60F8-76E4-4FC2-BD80-A78451DD0642}" type="sibTrans" cxnId="{10062F1A-E968-4A43-86F2-8F1F270D60D6}">
      <dgm:prSet/>
      <dgm:spPr/>
      <dgm:t>
        <a:bodyPr/>
        <a:lstStyle/>
        <a:p>
          <a:endParaRPr lang="en-US"/>
        </a:p>
      </dgm:t>
    </dgm:pt>
    <dgm:pt modelId="{113A4C9C-9E37-4495-AF8E-7BD242C2EAA7}" type="pres">
      <dgm:prSet presAssocID="{7FF99642-B9CD-4989-8D9B-94C87A1F9A4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8DC35F6-21A9-4C82-86AD-29F3641C33BD}" type="pres">
      <dgm:prSet presAssocID="{43EF266B-D0E4-439D-A432-2838D5564BC8}" presName="hierRoot1" presStyleCnt="0"/>
      <dgm:spPr/>
    </dgm:pt>
    <dgm:pt modelId="{2C01A596-8CB4-4D2C-9602-384D586A250D}" type="pres">
      <dgm:prSet presAssocID="{43EF266B-D0E4-439D-A432-2838D5564BC8}" presName="composite" presStyleCnt="0"/>
      <dgm:spPr/>
    </dgm:pt>
    <dgm:pt modelId="{1DF77498-5FAA-47DB-8607-90AF28F0E031}" type="pres">
      <dgm:prSet presAssocID="{43EF266B-D0E4-439D-A432-2838D5564BC8}" presName="background" presStyleLbl="node0" presStyleIdx="0" presStyleCnt="1"/>
      <dgm:spPr/>
    </dgm:pt>
    <dgm:pt modelId="{938A08F8-7354-44D6-BB7C-17D41EB34B94}" type="pres">
      <dgm:prSet presAssocID="{43EF266B-D0E4-439D-A432-2838D5564BC8}" presName="text" presStyleLbl="fgAcc0" presStyleIdx="0" presStyleCnt="1" custScaleX="265964">
        <dgm:presLayoutVars>
          <dgm:chPref val="3"/>
        </dgm:presLayoutVars>
      </dgm:prSet>
      <dgm:spPr/>
    </dgm:pt>
    <dgm:pt modelId="{DF1A84C1-DF14-4091-A81E-25D8AA2CB9D2}" type="pres">
      <dgm:prSet presAssocID="{43EF266B-D0E4-439D-A432-2838D5564BC8}" presName="hierChild2" presStyleCnt="0"/>
      <dgm:spPr/>
    </dgm:pt>
    <dgm:pt modelId="{DF6A7138-7A9B-40D9-AFB3-7CC299761DC5}" type="pres">
      <dgm:prSet presAssocID="{EF883A66-B33F-4225-A1C0-7E5785E2B5C7}" presName="Name10" presStyleLbl="parChTrans1D2" presStyleIdx="0" presStyleCnt="2"/>
      <dgm:spPr/>
    </dgm:pt>
    <dgm:pt modelId="{A6769A89-5B7F-47FC-A9D6-C8F1C676DA95}" type="pres">
      <dgm:prSet presAssocID="{F6D559A5-28C3-4C42-8DD7-77E40621B834}" presName="hierRoot2" presStyleCnt="0"/>
      <dgm:spPr/>
    </dgm:pt>
    <dgm:pt modelId="{AA1AE8DA-6CE0-4669-9C0F-52FFB5B5D387}" type="pres">
      <dgm:prSet presAssocID="{F6D559A5-28C3-4C42-8DD7-77E40621B834}" presName="composite2" presStyleCnt="0"/>
      <dgm:spPr/>
    </dgm:pt>
    <dgm:pt modelId="{DDDFC7CC-DB99-4FBF-B7F4-7F4F76137D61}" type="pres">
      <dgm:prSet presAssocID="{F6D559A5-28C3-4C42-8DD7-77E40621B834}" presName="background2" presStyleLbl="node2" presStyleIdx="0" presStyleCnt="2"/>
      <dgm:spPr/>
    </dgm:pt>
    <dgm:pt modelId="{47FE5A7A-6A08-4882-A4F4-DD7A2C1C0C28}" type="pres">
      <dgm:prSet presAssocID="{F6D559A5-28C3-4C42-8DD7-77E40621B834}" presName="text2" presStyleLbl="fgAcc2" presStyleIdx="0" presStyleCnt="2">
        <dgm:presLayoutVars>
          <dgm:chPref val="3"/>
        </dgm:presLayoutVars>
      </dgm:prSet>
      <dgm:spPr/>
    </dgm:pt>
    <dgm:pt modelId="{32745559-50B7-4450-96A8-5B5BE0935FBE}" type="pres">
      <dgm:prSet presAssocID="{F6D559A5-28C3-4C42-8DD7-77E40621B834}" presName="hierChild3" presStyleCnt="0"/>
      <dgm:spPr/>
    </dgm:pt>
    <dgm:pt modelId="{8F1686F9-FAA3-4B12-B23D-268A51FDE4EE}" type="pres">
      <dgm:prSet presAssocID="{58BE7CE9-D3A0-4A37-927E-CEC20EF5587C}" presName="Name17" presStyleLbl="parChTrans1D3" presStyleIdx="0" presStyleCnt="5"/>
      <dgm:spPr/>
    </dgm:pt>
    <dgm:pt modelId="{5A944447-D286-4B28-BE47-C7D73648753A}" type="pres">
      <dgm:prSet presAssocID="{34485D6D-50FF-42DC-9D44-0EEA92725882}" presName="hierRoot3" presStyleCnt="0"/>
      <dgm:spPr/>
    </dgm:pt>
    <dgm:pt modelId="{CF118CDF-F741-4B9D-BEFB-C5DA4FEC38E9}" type="pres">
      <dgm:prSet presAssocID="{34485D6D-50FF-42DC-9D44-0EEA92725882}" presName="composite3" presStyleCnt="0"/>
      <dgm:spPr/>
    </dgm:pt>
    <dgm:pt modelId="{0A4CA6ED-6369-41BC-8094-935F8B94A2FB}" type="pres">
      <dgm:prSet presAssocID="{34485D6D-50FF-42DC-9D44-0EEA92725882}" presName="background3" presStyleLbl="node3" presStyleIdx="0" presStyleCnt="5"/>
      <dgm:spPr/>
    </dgm:pt>
    <dgm:pt modelId="{A70CD4D7-B2B7-4A19-AB4E-05287026720B}" type="pres">
      <dgm:prSet presAssocID="{34485D6D-50FF-42DC-9D44-0EEA92725882}" presName="text3" presStyleLbl="fgAcc3" presStyleIdx="0" presStyleCnt="5">
        <dgm:presLayoutVars>
          <dgm:chPref val="3"/>
        </dgm:presLayoutVars>
      </dgm:prSet>
      <dgm:spPr/>
    </dgm:pt>
    <dgm:pt modelId="{4F810AD3-01E6-4F3E-9580-C8DC2B71A1EA}" type="pres">
      <dgm:prSet presAssocID="{34485D6D-50FF-42DC-9D44-0EEA92725882}" presName="hierChild4" presStyleCnt="0"/>
      <dgm:spPr/>
    </dgm:pt>
    <dgm:pt modelId="{739473C9-FFDC-4555-BA4A-1E8E54B917F3}" type="pres">
      <dgm:prSet presAssocID="{76D39376-4F3A-409B-ACBF-F0392599B387}" presName="Name17" presStyleLbl="parChTrans1D3" presStyleIdx="1" presStyleCnt="5"/>
      <dgm:spPr/>
    </dgm:pt>
    <dgm:pt modelId="{3A08C857-4718-4DD0-881F-959B9B48AE07}" type="pres">
      <dgm:prSet presAssocID="{5571D5D6-DA89-4A86-851C-3173F1E9486D}" presName="hierRoot3" presStyleCnt="0"/>
      <dgm:spPr/>
    </dgm:pt>
    <dgm:pt modelId="{B6E5D5ED-A486-453F-9978-AEE4A3CA97F0}" type="pres">
      <dgm:prSet presAssocID="{5571D5D6-DA89-4A86-851C-3173F1E9486D}" presName="composite3" presStyleCnt="0"/>
      <dgm:spPr/>
    </dgm:pt>
    <dgm:pt modelId="{26F57E65-B472-4E31-AF4D-956248459E68}" type="pres">
      <dgm:prSet presAssocID="{5571D5D6-DA89-4A86-851C-3173F1E9486D}" presName="background3" presStyleLbl="node3" presStyleIdx="1" presStyleCnt="5"/>
      <dgm:spPr/>
    </dgm:pt>
    <dgm:pt modelId="{9F8F9F1D-246B-4C16-BEE4-CD1A6AC46D7E}" type="pres">
      <dgm:prSet presAssocID="{5571D5D6-DA89-4A86-851C-3173F1E9486D}" presName="text3" presStyleLbl="fgAcc3" presStyleIdx="1" presStyleCnt="5">
        <dgm:presLayoutVars>
          <dgm:chPref val="3"/>
        </dgm:presLayoutVars>
      </dgm:prSet>
      <dgm:spPr/>
    </dgm:pt>
    <dgm:pt modelId="{3432E5B6-2BE2-469E-AB5A-940B1B92CB4A}" type="pres">
      <dgm:prSet presAssocID="{5571D5D6-DA89-4A86-851C-3173F1E9486D}" presName="hierChild4" presStyleCnt="0"/>
      <dgm:spPr/>
    </dgm:pt>
    <dgm:pt modelId="{CA06B2D8-05B9-4001-95C2-7D96E493262E}" type="pres">
      <dgm:prSet presAssocID="{EEFDAB97-7A75-476D-B56F-8D558B03008B}" presName="Name10" presStyleLbl="parChTrans1D2" presStyleIdx="1" presStyleCnt="2"/>
      <dgm:spPr/>
    </dgm:pt>
    <dgm:pt modelId="{77F4FD83-9768-4664-B9D6-38A7F92AA0A3}" type="pres">
      <dgm:prSet presAssocID="{43CF0A15-71DF-4DEE-AAEE-90E75E980C3D}" presName="hierRoot2" presStyleCnt="0"/>
      <dgm:spPr/>
    </dgm:pt>
    <dgm:pt modelId="{45EE2FBE-3A42-453C-848D-DD591749F039}" type="pres">
      <dgm:prSet presAssocID="{43CF0A15-71DF-4DEE-AAEE-90E75E980C3D}" presName="composite2" presStyleCnt="0"/>
      <dgm:spPr/>
    </dgm:pt>
    <dgm:pt modelId="{87413261-72A1-49ED-A573-DC4A54C7858D}" type="pres">
      <dgm:prSet presAssocID="{43CF0A15-71DF-4DEE-AAEE-90E75E980C3D}" presName="background2" presStyleLbl="node2" presStyleIdx="1" presStyleCnt="2"/>
      <dgm:spPr/>
    </dgm:pt>
    <dgm:pt modelId="{5A105879-DAA7-4D94-B505-28EAAF0B6D88}" type="pres">
      <dgm:prSet presAssocID="{43CF0A15-71DF-4DEE-AAEE-90E75E980C3D}" presName="text2" presStyleLbl="fgAcc2" presStyleIdx="1" presStyleCnt="2">
        <dgm:presLayoutVars>
          <dgm:chPref val="3"/>
        </dgm:presLayoutVars>
      </dgm:prSet>
      <dgm:spPr/>
    </dgm:pt>
    <dgm:pt modelId="{7C3E2CB6-18B4-4FDC-9BAC-BAF52B0F934C}" type="pres">
      <dgm:prSet presAssocID="{43CF0A15-71DF-4DEE-AAEE-90E75E980C3D}" presName="hierChild3" presStyleCnt="0"/>
      <dgm:spPr/>
    </dgm:pt>
    <dgm:pt modelId="{624205B4-40FA-4A39-9EB7-60C9CA962A76}" type="pres">
      <dgm:prSet presAssocID="{7CAD1F21-4AC8-4AB8-9B4D-55F51CA50AD9}" presName="Name17" presStyleLbl="parChTrans1D3" presStyleIdx="2" presStyleCnt="5"/>
      <dgm:spPr/>
    </dgm:pt>
    <dgm:pt modelId="{5700F057-7AFD-4C62-89B2-C7D807ADE74A}" type="pres">
      <dgm:prSet presAssocID="{4C025F74-33AF-44F9-89C6-BEE1EFD9B6B1}" presName="hierRoot3" presStyleCnt="0"/>
      <dgm:spPr/>
    </dgm:pt>
    <dgm:pt modelId="{D633D1EA-FDBD-4FD6-B974-B9FF35831C9C}" type="pres">
      <dgm:prSet presAssocID="{4C025F74-33AF-44F9-89C6-BEE1EFD9B6B1}" presName="composite3" presStyleCnt="0"/>
      <dgm:spPr/>
    </dgm:pt>
    <dgm:pt modelId="{4F5A160C-1A03-439A-AB70-EAEB5E7FF91A}" type="pres">
      <dgm:prSet presAssocID="{4C025F74-33AF-44F9-89C6-BEE1EFD9B6B1}" presName="background3" presStyleLbl="node3" presStyleIdx="2" presStyleCnt="5"/>
      <dgm:spPr/>
    </dgm:pt>
    <dgm:pt modelId="{1DABFE75-50EB-4BD6-AB46-2B1ABD2A32F3}" type="pres">
      <dgm:prSet presAssocID="{4C025F74-33AF-44F9-89C6-BEE1EFD9B6B1}" presName="text3" presStyleLbl="fgAcc3" presStyleIdx="2" presStyleCnt="5">
        <dgm:presLayoutVars>
          <dgm:chPref val="3"/>
        </dgm:presLayoutVars>
      </dgm:prSet>
      <dgm:spPr/>
    </dgm:pt>
    <dgm:pt modelId="{F0083009-2044-4F11-8DFA-3C96D7B13365}" type="pres">
      <dgm:prSet presAssocID="{4C025F74-33AF-44F9-89C6-BEE1EFD9B6B1}" presName="hierChild4" presStyleCnt="0"/>
      <dgm:spPr/>
    </dgm:pt>
    <dgm:pt modelId="{20D6B1A7-8D69-42D7-B346-640CBE7D914E}" type="pres">
      <dgm:prSet presAssocID="{BD38CDE5-5A73-4794-A4A2-874FC7C0D03A}" presName="Name17" presStyleLbl="parChTrans1D3" presStyleIdx="3" presStyleCnt="5"/>
      <dgm:spPr/>
    </dgm:pt>
    <dgm:pt modelId="{F2AA142E-2E97-4E33-B84C-6E4ED87BE87B}" type="pres">
      <dgm:prSet presAssocID="{AF4F2FF8-2D50-463E-A516-DAD6AD675462}" presName="hierRoot3" presStyleCnt="0"/>
      <dgm:spPr/>
    </dgm:pt>
    <dgm:pt modelId="{B825D9E2-2BE5-4019-AEB7-943003439B23}" type="pres">
      <dgm:prSet presAssocID="{AF4F2FF8-2D50-463E-A516-DAD6AD675462}" presName="composite3" presStyleCnt="0"/>
      <dgm:spPr/>
    </dgm:pt>
    <dgm:pt modelId="{415A3A02-CBB1-4A44-9854-E4D512CE5678}" type="pres">
      <dgm:prSet presAssocID="{AF4F2FF8-2D50-463E-A516-DAD6AD675462}" presName="background3" presStyleLbl="node3" presStyleIdx="3" presStyleCnt="5"/>
      <dgm:spPr/>
    </dgm:pt>
    <dgm:pt modelId="{B07F69A0-CF1C-4115-AAD0-54C2AA6CBC82}" type="pres">
      <dgm:prSet presAssocID="{AF4F2FF8-2D50-463E-A516-DAD6AD675462}" presName="text3" presStyleLbl="fgAcc3" presStyleIdx="3" presStyleCnt="5">
        <dgm:presLayoutVars>
          <dgm:chPref val="3"/>
        </dgm:presLayoutVars>
      </dgm:prSet>
      <dgm:spPr/>
    </dgm:pt>
    <dgm:pt modelId="{EA4490A5-F75B-492E-A8F1-E05A92116869}" type="pres">
      <dgm:prSet presAssocID="{AF4F2FF8-2D50-463E-A516-DAD6AD675462}" presName="hierChild4" presStyleCnt="0"/>
      <dgm:spPr/>
    </dgm:pt>
    <dgm:pt modelId="{7B2CAE55-D02B-4DD5-9913-F5E40B177C68}" type="pres">
      <dgm:prSet presAssocID="{047A6723-CECA-4A8B-981F-04F2BD0B23E0}" presName="Name17" presStyleLbl="parChTrans1D3" presStyleIdx="4" presStyleCnt="5"/>
      <dgm:spPr/>
    </dgm:pt>
    <dgm:pt modelId="{76C06037-64A3-4A98-84CA-2464A0430697}" type="pres">
      <dgm:prSet presAssocID="{74D497FB-28DB-4F31-8BC9-CEA853D909B6}" presName="hierRoot3" presStyleCnt="0"/>
      <dgm:spPr/>
    </dgm:pt>
    <dgm:pt modelId="{9A7B7287-460E-478C-8E51-321656341CBB}" type="pres">
      <dgm:prSet presAssocID="{74D497FB-28DB-4F31-8BC9-CEA853D909B6}" presName="composite3" presStyleCnt="0"/>
      <dgm:spPr/>
    </dgm:pt>
    <dgm:pt modelId="{DC887A5F-A7AE-41B4-9444-0DB278132FB8}" type="pres">
      <dgm:prSet presAssocID="{74D497FB-28DB-4F31-8BC9-CEA853D909B6}" presName="background3" presStyleLbl="node3" presStyleIdx="4" presStyleCnt="5"/>
      <dgm:spPr/>
    </dgm:pt>
    <dgm:pt modelId="{BD11FDAA-2AB9-40B5-905D-7972A8E50A24}" type="pres">
      <dgm:prSet presAssocID="{74D497FB-28DB-4F31-8BC9-CEA853D909B6}" presName="text3" presStyleLbl="fgAcc3" presStyleIdx="4" presStyleCnt="5">
        <dgm:presLayoutVars>
          <dgm:chPref val="3"/>
        </dgm:presLayoutVars>
      </dgm:prSet>
      <dgm:spPr/>
    </dgm:pt>
    <dgm:pt modelId="{55497102-5A6D-42BF-B39D-32E22D596481}" type="pres">
      <dgm:prSet presAssocID="{74D497FB-28DB-4F31-8BC9-CEA853D909B6}" presName="hierChild4" presStyleCnt="0"/>
      <dgm:spPr/>
    </dgm:pt>
  </dgm:ptLst>
  <dgm:cxnLst>
    <dgm:cxn modelId="{A15B7D05-1588-41EB-8CA1-B375F8371A8E}" type="presOf" srcId="{43CF0A15-71DF-4DEE-AAEE-90E75E980C3D}" destId="{5A105879-DAA7-4D94-B505-28EAAF0B6D88}" srcOrd="0" destOrd="0" presId="urn:microsoft.com/office/officeart/2005/8/layout/hierarchy1"/>
    <dgm:cxn modelId="{A56CED0B-8EDB-47B1-9655-FA86CBF4E547}" srcId="{F6D559A5-28C3-4C42-8DD7-77E40621B834}" destId="{5571D5D6-DA89-4A86-851C-3173F1E9486D}" srcOrd="1" destOrd="0" parTransId="{76D39376-4F3A-409B-ACBF-F0392599B387}" sibTransId="{5FDF2D0B-07B1-4FD5-8FB1-9AC6E0E85485}"/>
    <dgm:cxn modelId="{CA60E213-ACA0-49B3-9187-93B4566FDE26}" type="presOf" srcId="{7CAD1F21-4AC8-4AB8-9B4D-55F51CA50AD9}" destId="{624205B4-40FA-4A39-9EB7-60C9CA962A76}" srcOrd="0" destOrd="0" presId="urn:microsoft.com/office/officeart/2005/8/layout/hierarchy1"/>
    <dgm:cxn modelId="{C1ACC516-7AD0-4BAE-A251-B929D226ACE4}" type="presOf" srcId="{F6D559A5-28C3-4C42-8DD7-77E40621B834}" destId="{47FE5A7A-6A08-4882-A4F4-DD7A2C1C0C28}" srcOrd="0" destOrd="0" presId="urn:microsoft.com/office/officeart/2005/8/layout/hierarchy1"/>
    <dgm:cxn modelId="{10062F1A-E968-4A43-86F2-8F1F270D60D6}" srcId="{43CF0A15-71DF-4DEE-AAEE-90E75E980C3D}" destId="{74D497FB-28DB-4F31-8BC9-CEA853D909B6}" srcOrd="2" destOrd="0" parTransId="{047A6723-CECA-4A8B-981F-04F2BD0B23E0}" sibTransId="{16CF60F8-76E4-4FC2-BD80-A78451DD0642}"/>
    <dgm:cxn modelId="{792A2A22-0225-4091-9D5E-90475B76EFED}" type="presOf" srcId="{047A6723-CECA-4A8B-981F-04F2BD0B23E0}" destId="{7B2CAE55-D02B-4DD5-9913-F5E40B177C68}" srcOrd="0" destOrd="0" presId="urn:microsoft.com/office/officeart/2005/8/layout/hierarchy1"/>
    <dgm:cxn modelId="{C8404D28-A7C1-409C-AF3C-8D678B9FB3C8}" type="presOf" srcId="{5571D5D6-DA89-4A86-851C-3173F1E9486D}" destId="{9F8F9F1D-246B-4C16-BEE4-CD1A6AC46D7E}" srcOrd="0" destOrd="0" presId="urn:microsoft.com/office/officeart/2005/8/layout/hierarchy1"/>
    <dgm:cxn modelId="{165AF92A-B39F-43D1-918A-3F699D2A9C29}" srcId="{7FF99642-B9CD-4989-8D9B-94C87A1F9A45}" destId="{43EF266B-D0E4-439D-A432-2838D5564BC8}" srcOrd="0" destOrd="0" parTransId="{6D2F205E-636B-4922-A768-37A3D93E1D64}" sibTransId="{8B5D1CAE-C434-4F7C-BBF8-9F68F64EC083}"/>
    <dgm:cxn modelId="{656A5331-7A94-4924-8360-ADB16A20A569}" type="presOf" srcId="{BD38CDE5-5A73-4794-A4A2-874FC7C0D03A}" destId="{20D6B1A7-8D69-42D7-B346-640CBE7D914E}" srcOrd="0" destOrd="0" presId="urn:microsoft.com/office/officeart/2005/8/layout/hierarchy1"/>
    <dgm:cxn modelId="{835E4635-23B5-4C7B-A3BE-E07881F0C7D7}" srcId="{43EF266B-D0E4-439D-A432-2838D5564BC8}" destId="{43CF0A15-71DF-4DEE-AAEE-90E75E980C3D}" srcOrd="1" destOrd="0" parTransId="{EEFDAB97-7A75-476D-B56F-8D558B03008B}" sibTransId="{420CD0AB-1E26-429E-89BA-EAD16090380F}"/>
    <dgm:cxn modelId="{9094235D-7AE5-4FF4-9E30-BE3D6149D628}" type="presOf" srcId="{34485D6D-50FF-42DC-9D44-0EEA92725882}" destId="{A70CD4D7-B2B7-4A19-AB4E-05287026720B}" srcOrd="0" destOrd="0" presId="urn:microsoft.com/office/officeart/2005/8/layout/hierarchy1"/>
    <dgm:cxn modelId="{4E5BC963-0075-4AA8-B6F9-EB29ABAEB1F2}" type="presOf" srcId="{EF883A66-B33F-4225-A1C0-7E5785E2B5C7}" destId="{DF6A7138-7A9B-40D9-AFB3-7CC299761DC5}" srcOrd="0" destOrd="0" presId="urn:microsoft.com/office/officeart/2005/8/layout/hierarchy1"/>
    <dgm:cxn modelId="{236F3A45-B6C7-4885-87EC-CDA2149B296E}" type="presOf" srcId="{43EF266B-D0E4-439D-A432-2838D5564BC8}" destId="{938A08F8-7354-44D6-BB7C-17D41EB34B94}" srcOrd="0" destOrd="0" presId="urn:microsoft.com/office/officeart/2005/8/layout/hierarchy1"/>
    <dgm:cxn modelId="{54624446-194A-41B8-A221-0D592A29A865}" srcId="{43EF266B-D0E4-439D-A432-2838D5564BC8}" destId="{F6D559A5-28C3-4C42-8DD7-77E40621B834}" srcOrd="0" destOrd="0" parTransId="{EF883A66-B33F-4225-A1C0-7E5785E2B5C7}" sibTransId="{7D8C61A8-A859-44AE-83F9-8FE8045B4760}"/>
    <dgm:cxn modelId="{3594884E-B51A-4B89-A152-774A1AAA64C9}" srcId="{F6D559A5-28C3-4C42-8DD7-77E40621B834}" destId="{34485D6D-50FF-42DC-9D44-0EEA92725882}" srcOrd="0" destOrd="0" parTransId="{58BE7CE9-D3A0-4A37-927E-CEC20EF5587C}" sibTransId="{ECA26F9C-5B03-45D6-9A59-BFDC3998AE62}"/>
    <dgm:cxn modelId="{3E76A880-50F2-4F64-9F3A-6833B283909A}" type="presOf" srcId="{4C025F74-33AF-44F9-89C6-BEE1EFD9B6B1}" destId="{1DABFE75-50EB-4BD6-AB46-2B1ABD2A32F3}" srcOrd="0" destOrd="0" presId="urn:microsoft.com/office/officeart/2005/8/layout/hierarchy1"/>
    <dgm:cxn modelId="{AB99E68B-3807-428E-9D15-23D90020B3A6}" type="presOf" srcId="{74D497FB-28DB-4F31-8BC9-CEA853D909B6}" destId="{BD11FDAA-2AB9-40B5-905D-7972A8E50A24}" srcOrd="0" destOrd="0" presId="urn:microsoft.com/office/officeart/2005/8/layout/hierarchy1"/>
    <dgm:cxn modelId="{884CC19D-F4DC-481C-8EAD-0648C7E4306D}" type="presOf" srcId="{EEFDAB97-7A75-476D-B56F-8D558B03008B}" destId="{CA06B2D8-05B9-4001-95C2-7D96E493262E}" srcOrd="0" destOrd="0" presId="urn:microsoft.com/office/officeart/2005/8/layout/hierarchy1"/>
    <dgm:cxn modelId="{867F67A1-CD0C-4C0F-AD60-77F2710E91D1}" type="presOf" srcId="{7FF99642-B9CD-4989-8D9B-94C87A1F9A45}" destId="{113A4C9C-9E37-4495-AF8E-7BD242C2EAA7}" srcOrd="0" destOrd="0" presId="urn:microsoft.com/office/officeart/2005/8/layout/hierarchy1"/>
    <dgm:cxn modelId="{0B8402C8-68D9-43B3-A000-50E866D2BAF5}" srcId="{43CF0A15-71DF-4DEE-AAEE-90E75E980C3D}" destId="{AF4F2FF8-2D50-463E-A516-DAD6AD675462}" srcOrd="1" destOrd="0" parTransId="{BD38CDE5-5A73-4794-A4A2-874FC7C0D03A}" sibTransId="{C98DFEB0-17B4-41B6-B661-C98BCB67121B}"/>
    <dgm:cxn modelId="{7322A5E3-8ED6-4432-ABC3-5F393A3E5908}" srcId="{43CF0A15-71DF-4DEE-AAEE-90E75E980C3D}" destId="{4C025F74-33AF-44F9-89C6-BEE1EFD9B6B1}" srcOrd="0" destOrd="0" parTransId="{7CAD1F21-4AC8-4AB8-9B4D-55F51CA50AD9}" sibTransId="{07771DD6-D9DF-4F7B-A53D-1F922DB2614D}"/>
    <dgm:cxn modelId="{39380EE8-3EEA-4246-9641-D5CAA3FAEB5B}" type="presOf" srcId="{76D39376-4F3A-409B-ACBF-F0392599B387}" destId="{739473C9-FFDC-4555-BA4A-1E8E54B917F3}" srcOrd="0" destOrd="0" presId="urn:microsoft.com/office/officeart/2005/8/layout/hierarchy1"/>
    <dgm:cxn modelId="{BAA715E8-3432-4F2E-A4BC-949D499CC707}" type="presOf" srcId="{AF4F2FF8-2D50-463E-A516-DAD6AD675462}" destId="{B07F69A0-CF1C-4115-AAD0-54C2AA6CBC82}" srcOrd="0" destOrd="0" presId="urn:microsoft.com/office/officeart/2005/8/layout/hierarchy1"/>
    <dgm:cxn modelId="{1658AAEB-5EC8-4DFF-8E04-454C996C87C6}" type="presOf" srcId="{58BE7CE9-D3A0-4A37-927E-CEC20EF5587C}" destId="{8F1686F9-FAA3-4B12-B23D-268A51FDE4EE}" srcOrd="0" destOrd="0" presId="urn:microsoft.com/office/officeart/2005/8/layout/hierarchy1"/>
    <dgm:cxn modelId="{674E9F0B-FAE0-4D18-BCBB-0B3E153DD85D}" type="presParOf" srcId="{113A4C9C-9E37-4495-AF8E-7BD242C2EAA7}" destId="{D8DC35F6-21A9-4C82-86AD-29F3641C33BD}" srcOrd="0" destOrd="0" presId="urn:microsoft.com/office/officeart/2005/8/layout/hierarchy1"/>
    <dgm:cxn modelId="{5F3B9290-1E1E-40E0-94AF-E149D9DCA591}" type="presParOf" srcId="{D8DC35F6-21A9-4C82-86AD-29F3641C33BD}" destId="{2C01A596-8CB4-4D2C-9602-384D586A250D}" srcOrd="0" destOrd="0" presId="urn:microsoft.com/office/officeart/2005/8/layout/hierarchy1"/>
    <dgm:cxn modelId="{FB872646-903A-4E76-B738-2B0C46E5C2F7}" type="presParOf" srcId="{2C01A596-8CB4-4D2C-9602-384D586A250D}" destId="{1DF77498-5FAA-47DB-8607-90AF28F0E031}" srcOrd="0" destOrd="0" presId="urn:microsoft.com/office/officeart/2005/8/layout/hierarchy1"/>
    <dgm:cxn modelId="{30AB2C7C-C0B9-4DE7-8150-9FAAFB174CCA}" type="presParOf" srcId="{2C01A596-8CB4-4D2C-9602-384D586A250D}" destId="{938A08F8-7354-44D6-BB7C-17D41EB34B94}" srcOrd="1" destOrd="0" presId="urn:microsoft.com/office/officeart/2005/8/layout/hierarchy1"/>
    <dgm:cxn modelId="{061A129E-1DCD-448C-AB36-8E06CB815330}" type="presParOf" srcId="{D8DC35F6-21A9-4C82-86AD-29F3641C33BD}" destId="{DF1A84C1-DF14-4091-A81E-25D8AA2CB9D2}" srcOrd="1" destOrd="0" presId="urn:microsoft.com/office/officeart/2005/8/layout/hierarchy1"/>
    <dgm:cxn modelId="{F6100445-0FF5-4308-82A0-7BF0DD8FB1E4}" type="presParOf" srcId="{DF1A84C1-DF14-4091-A81E-25D8AA2CB9D2}" destId="{DF6A7138-7A9B-40D9-AFB3-7CC299761DC5}" srcOrd="0" destOrd="0" presId="urn:microsoft.com/office/officeart/2005/8/layout/hierarchy1"/>
    <dgm:cxn modelId="{5E80DB4F-6219-41A7-A325-BF7110E96D2E}" type="presParOf" srcId="{DF1A84C1-DF14-4091-A81E-25D8AA2CB9D2}" destId="{A6769A89-5B7F-47FC-A9D6-C8F1C676DA95}" srcOrd="1" destOrd="0" presId="urn:microsoft.com/office/officeart/2005/8/layout/hierarchy1"/>
    <dgm:cxn modelId="{82ADDEED-A344-4EF1-A741-4FFEC02FA034}" type="presParOf" srcId="{A6769A89-5B7F-47FC-A9D6-C8F1C676DA95}" destId="{AA1AE8DA-6CE0-4669-9C0F-52FFB5B5D387}" srcOrd="0" destOrd="0" presId="urn:microsoft.com/office/officeart/2005/8/layout/hierarchy1"/>
    <dgm:cxn modelId="{A50DD698-AB84-4810-AABE-918B7A447D15}" type="presParOf" srcId="{AA1AE8DA-6CE0-4669-9C0F-52FFB5B5D387}" destId="{DDDFC7CC-DB99-4FBF-B7F4-7F4F76137D61}" srcOrd="0" destOrd="0" presId="urn:microsoft.com/office/officeart/2005/8/layout/hierarchy1"/>
    <dgm:cxn modelId="{26D4977C-0538-49A6-B6E3-24B70C5F0A32}" type="presParOf" srcId="{AA1AE8DA-6CE0-4669-9C0F-52FFB5B5D387}" destId="{47FE5A7A-6A08-4882-A4F4-DD7A2C1C0C28}" srcOrd="1" destOrd="0" presId="urn:microsoft.com/office/officeart/2005/8/layout/hierarchy1"/>
    <dgm:cxn modelId="{8D6A2B6B-6702-4A35-9C1F-C5E39E6488A8}" type="presParOf" srcId="{A6769A89-5B7F-47FC-A9D6-C8F1C676DA95}" destId="{32745559-50B7-4450-96A8-5B5BE0935FBE}" srcOrd="1" destOrd="0" presId="urn:microsoft.com/office/officeart/2005/8/layout/hierarchy1"/>
    <dgm:cxn modelId="{4C3E3BB2-9856-4202-8DBB-AA45DCD52CC2}" type="presParOf" srcId="{32745559-50B7-4450-96A8-5B5BE0935FBE}" destId="{8F1686F9-FAA3-4B12-B23D-268A51FDE4EE}" srcOrd="0" destOrd="0" presId="urn:microsoft.com/office/officeart/2005/8/layout/hierarchy1"/>
    <dgm:cxn modelId="{AD73B788-E5B4-4518-A11A-9F3EC8BA8591}" type="presParOf" srcId="{32745559-50B7-4450-96A8-5B5BE0935FBE}" destId="{5A944447-D286-4B28-BE47-C7D73648753A}" srcOrd="1" destOrd="0" presId="urn:microsoft.com/office/officeart/2005/8/layout/hierarchy1"/>
    <dgm:cxn modelId="{B51D83EE-3E18-47D9-A298-9A6C72917618}" type="presParOf" srcId="{5A944447-D286-4B28-BE47-C7D73648753A}" destId="{CF118CDF-F741-4B9D-BEFB-C5DA4FEC38E9}" srcOrd="0" destOrd="0" presId="urn:microsoft.com/office/officeart/2005/8/layout/hierarchy1"/>
    <dgm:cxn modelId="{4058BAC9-1AAA-4A14-B398-07E12CAE374C}" type="presParOf" srcId="{CF118CDF-F741-4B9D-BEFB-C5DA4FEC38E9}" destId="{0A4CA6ED-6369-41BC-8094-935F8B94A2FB}" srcOrd="0" destOrd="0" presId="urn:microsoft.com/office/officeart/2005/8/layout/hierarchy1"/>
    <dgm:cxn modelId="{87689AD8-EDA1-400B-B4AB-559904F4B264}" type="presParOf" srcId="{CF118CDF-F741-4B9D-BEFB-C5DA4FEC38E9}" destId="{A70CD4D7-B2B7-4A19-AB4E-05287026720B}" srcOrd="1" destOrd="0" presId="urn:microsoft.com/office/officeart/2005/8/layout/hierarchy1"/>
    <dgm:cxn modelId="{342C85B3-2DF2-458A-AC5C-9D769A4AD835}" type="presParOf" srcId="{5A944447-D286-4B28-BE47-C7D73648753A}" destId="{4F810AD3-01E6-4F3E-9580-C8DC2B71A1EA}" srcOrd="1" destOrd="0" presId="urn:microsoft.com/office/officeart/2005/8/layout/hierarchy1"/>
    <dgm:cxn modelId="{D30273BC-D571-4668-9FE2-3371F349300F}" type="presParOf" srcId="{32745559-50B7-4450-96A8-5B5BE0935FBE}" destId="{739473C9-FFDC-4555-BA4A-1E8E54B917F3}" srcOrd="2" destOrd="0" presId="urn:microsoft.com/office/officeart/2005/8/layout/hierarchy1"/>
    <dgm:cxn modelId="{CD32EEAE-2310-4864-91D2-F5EB92033272}" type="presParOf" srcId="{32745559-50B7-4450-96A8-5B5BE0935FBE}" destId="{3A08C857-4718-4DD0-881F-959B9B48AE07}" srcOrd="3" destOrd="0" presId="urn:microsoft.com/office/officeart/2005/8/layout/hierarchy1"/>
    <dgm:cxn modelId="{1863EDF7-434E-4118-9364-27291AE4FF1B}" type="presParOf" srcId="{3A08C857-4718-4DD0-881F-959B9B48AE07}" destId="{B6E5D5ED-A486-453F-9978-AEE4A3CA97F0}" srcOrd="0" destOrd="0" presId="urn:microsoft.com/office/officeart/2005/8/layout/hierarchy1"/>
    <dgm:cxn modelId="{BC9D2B0C-FBEB-4493-9536-A6410771B091}" type="presParOf" srcId="{B6E5D5ED-A486-453F-9978-AEE4A3CA97F0}" destId="{26F57E65-B472-4E31-AF4D-956248459E68}" srcOrd="0" destOrd="0" presId="urn:microsoft.com/office/officeart/2005/8/layout/hierarchy1"/>
    <dgm:cxn modelId="{B855CE8D-A5D9-4181-B0CF-058BD040EF77}" type="presParOf" srcId="{B6E5D5ED-A486-453F-9978-AEE4A3CA97F0}" destId="{9F8F9F1D-246B-4C16-BEE4-CD1A6AC46D7E}" srcOrd="1" destOrd="0" presId="urn:microsoft.com/office/officeart/2005/8/layout/hierarchy1"/>
    <dgm:cxn modelId="{59C51616-0A42-41B3-ABE3-D200AF8D33A2}" type="presParOf" srcId="{3A08C857-4718-4DD0-881F-959B9B48AE07}" destId="{3432E5B6-2BE2-469E-AB5A-940B1B92CB4A}" srcOrd="1" destOrd="0" presId="urn:microsoft.com/office/officeart/2005/8/layout/hierarchy1"/>
    <dgm:cxn modelId="{756FA908-0BF9-4513-959F-BAB6DC881558}" type="presParOf" srcId="{DF1A84C1-DF14-4091-A81E-25D8AA2CB9D2}" destId="{CA06B2D8-05B9-4001-95C2-7D96E493262E}" srcOrd="2" destOrd="0" presId="urn:microsoft.com/office/officeart/2005/8/layout/hierarchy1"/>
    <dgm:cxn modelId="{1178D561-68F8-4DFA-BCCF-030386A7D8E2}" type="presParOf" srcId="{DF1A84C1-DF14-4091-A81E-25D8AA2CB9D2}" destId="{77F4FD83-9768-4664-B9D6-38A7F92AA0A3}" srcOrd="3" destOrd="0" presId="urn:microsoft.com/office/officeart/2005/8/layout/hierarchy1"/>
    <dgm:cxn modelId="{B3992AC3-AD85-47F4-91B6-E4518A534189}" type="presParOf" srcId="{77F4FD83-9768-4664-B9D6-38A7F92AA0A3}" destId="{45EE2FBE-3A42-453C-848D-DD591749F039}" srcOrd="0" destOrd="0" presId="urn:microsoft.com/office/officeart/2005/8/layout/hierarchy1"/>
    <dgm:cxn modelId="{27A76C4B-EC5F-4086-8644-32DFE8174A0A}" type="presParOf" srcId="{45EE2FBE-3A42-453C-848D-DD591749F039}" destId="{87413261-72A1-49ED-A573-DC4A54C7858D}" srcOrd="0" destOrd="0" presId="urn:microsoft.com/office/officeart/2005/8/layout/hierarchy1"/>
    <dgm:cxn modelId="{21C3BF3F-7E95-4454-AD59-4E6CD818CD7D}" type="presParOf" srcId="{45EE2FBE-3A42-453C-848D-DD591749F039}" destId="{5A105879-DAA7-4D94-B505-28EAAF0B6D88}" srcOrd="1" destOrd="0" presId="urn:microsoft.com/office/officeart/2005/8/layout/hierarchy1"/>
    <dgm:cxn modelId="{3F54F5AB-773E-4866-B289-F1B31BD3BC0B}" type="presParOf" srcId="{77F4FD83-9768-4664-B9D6-38A7F92AA0A3}" destId="{7C3E2CB6-18B4-4FDC-9BAC-BAF52B0F934C}" srcOrd="1" destOrd="0" presId="urn:microsoft.com/office/officeart/2005/8/layout/hierarchy1"/>
    <dgm:cxn modelId="{ACDB69BC-602C-42F0-B3B3-7042A366B2DF}" type="presParOf" srcId="{7C3E2CB6-18B4-4FDC-9BAC-BAF52B0F934C}" destId="{624205B4-40FA-4A39-9EB7-60C9CA962A76}" srcOrd="0" destOrd="0" presId="urn:microsoft.com/office/officeart/2005/8/layout/hierarchy1"/>
    <dgm:cxn modelId="{858B9C7C-627C-4EBE-864E-896BCC862693}" type="presParOf" srcId="{7C3E2CB6-18B4-4FDC-9BAC-BAF52B0F934C}" destId="{5700F057-7AFD-4C62-89B2-C7D807ADE74A}" srcOrd="1" destOrd="0" presId="urn:microsoft.com/office/officeart/2005/8/layout/hierarchy1"/>
    <dgm:cxn modelId="{9673E74A-510C-4D0D-BB61-150153E74CCA}" type="presParOf" srcId="{5700F057-7AFD-4C62-89B2-C7D807ADE74A}" destId="{D633D1EA-FDBD-4FD6-B974-B9FF35831C9C}" srcOrd="0" destOrd="0" presId="urn:microsoft.com/office/officeart/2005/8/layout/hierarchy1"/>
    <dgm:cxn modelId="{A078BA5A-0E25-44CC-9280-5664C981E1CE}" type="presParOf" srcId="{D633D1EA-FDBD-4FD6-B974-B9FF35831C9C}" destId="{4F5A160C-1A03-439A-AB70-EAEB5E7FF91A}" srcOrd="0" destOrd="0" presId="urn:microsoft.com/office/officeart/2005/8/layout/hierarchy1"/>
    <dgm:cxn modelId="{3336219C-2AC8-45CE-950F-4A9090F07F66}" type="presParOf" srcId="{D633D1EA-FDBD-4FD6-B974-B9FF35831C9C}" destId="{1DABFE75-50EB-4BD6-AB46-2B1ABD2A32F3}" srcOrd="1" destOrd="0" presId="urn:microsoft.com/office/officeart/2005/8/layout/hierarchy1"/>
    <dgm:cxn modelId="{A444A43C-BEAD-45CF-A86F-0B883C2071E9}" type="presParOf" srcId="{5700F057-7AFD-4C62-89B2-C7D807ADE74A}" destId="{F0083009-2044-4F11-8DFA-3C96D7B13365}" srcOrd="1" destOrd="0" presId="urn:microsoft.com/office/officeart/2005/8/layout/hierarchy1"/>
    <dgm:cxn modelId="{D8178396-AF5D-4E25-A18E-3E016B1119A1}" type="presParOf" srcId="{7C3E2CB6-18B4-4FDC-9BAC-BAF52B0F934C}" destId="{20D6B1A7-8D69-42D7-B346-640CBE7D914E}" srcOrd="2" destOrd="0" presId="urn:microsoft.com/office/officeart/2005/8/layout/hierarchy1"/>
    <dgm:cxn modelId="{28711FB5-3044-489D-93CB-3B9680D65A99}" type="presParOf" srcId="{7C3E2CB6-18B4-4FDC-9BAC-BAF52B0F934C}" destId="{F2AA142E-2E97-4E33-B84C-6E4ED87BE87B}" srcOrd="3" destOrd="0" presId="urn:microsoft.com/office/officeart/2005/8/layout/hierarchy1"/>
    <dgm:cxn modelId="{4AF42C4F-273F-4B92-A648-FDAC1E808F64}" type="presParOf" srcId="{F2AA142E-2E97-4E33-B84C-6E4ED87BE87B}" destId="{B825D9E2-2BE5-4019-AEB7-943003439B23}" srcOrd="0" destOrd="0" presId="urn:microsoft.com/office/officeart/2005/8/layout/hierarchy1"/>
    <dgm:cxn modelId="{7FE2CCE9-39E1-47C9-B7A1-4986BCBBD44A}" type="presParOf" srcId="{B825D9E2-2BE5-4019-AEB7-943003439B23}" destId="{415A3A02-CBB1-4A44-9854-E4D512CE5678}" srcOrd="0" destOrd="0" presId="urn:microsoft.com/office/officeart/2005/8/layout/hierarchy1"/>
    <dgm:cxn modelId="{B17E7FC3-073A-4759-8E9C-14503EEC1571}" type="presParOf" srcId="{B825D9E2-2BE5-4019-AEB7-943003439B23}" destId="{B07F69A0-CF1C-4115-AAD0-54C2AA6CBC82}" srcOrd="1" destOrd="0" presId="urn:microsoft.com/office/officeart/2005/8/layout/hierarchy1"/>
    <dgm:cxn modelId="{749ADCD6-3051-461D-9027-84FFF9B407CE}" type="presParOf" srcId="{F2AA142E-2E97-4E33-B84C-6E4ED87BE87B}" destId="{EA4490A5-F75B-492E-A8F1-E05A92116869}" srcOrd="1" destOrd="0" presId="urn:microsoft.com/office/officeart/2005/8/layout/hierarchy1"/>
    <dgm:cxn modelId="{580BE914-A41F-420B-ADB2-FCFA5AECBB93}" type="presParOf" srcId="{7C3E2CB6-18B4-4FDC-9BAC-BAF52B0F934C}" destId="{7B2CAE55-D02B-4DD5-9913-F5E40B177C68}" srcOrd="4" destOrd="0" presId="urn:microsoft.com/office/officeart/2005/8/layout/hierarchy1"/>
    <dgm:cxn modelId="{8241F28C-5412-488F-A58A-5109F80163A4}" type="presParOf" srcId="{7C3E2CB6-18B4-4FDC-9BAC-BAF52B0F934C}" destId="{76C06037-64A3-4A98-84CA-2464A0430697}" srcOrd="5" destOrd="0" presId="urn:microsoft.com/office/officeart/2005/8/layout/hierarchy1"/>
    <dgm:cxn modelId="{86457D60-2740-4538-B282-4A4722F460F9}" type="presParOf" srcId="{76C06037-64A3-4A98-84CA-2464A0430697}" destId="{9A7B7287-460E-478C-8E51-321656341CBB}" srcOrd="0" destOrd="0" presId="urn:microsoft.com/office/officeart/2005/8/layout/hierarchy1"/>
    <dgm:cxn modelId="{BE29D5EE-FE41-4E61-A1B4-BD38C15D92A5}" type="presParOf" srcId="{9A7B7287-460E-478C-8E51-321656341CBB}" destId="{DC887A5F-A7AE-41B4-9444-0DB278132FB8}" srcOrd="0" destOrd="0" presId="urn:microsoft.com/office/officeart/2005/8/layout/hierarchy1"/>
    <dgm:cxn modelId="{43DA0DF6-E9BE-4008-A333-49754A7CBC4E}" type="presParOf" srcId="{9A7B7287-460E-478C-8E51-321656341CBB}" destId="{BD11FDAA-2AB9-40B5-905D-7972A8E50A24}" srcOrd="1" destOrd="0" presId="urn:microsoft.com/office/officeart/2005/8/layout/hierarchy1"/>
    <dgm:cxn modelId="{A9F0AB6A-BC82-4448-9C0E-9BA706AA9B9D}" type="presParOf" srcId="{76C06037-64A3-4A98-84CA-2464A0430697}" destId="{55497102-5A6D-42BF-B39D-32E22D59648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CAE55-D02B-4DD5-9913-F5E40B177C68}">
      <dsp:nvSpPr>
        <dsp:cNvPr id="0" name=""/>
        <dsp:cNvSpPr/>
      </dsp:nvSpPr>
      <dsp:spPr>
        <a:xfrm>
          <a:off x="5643364" y="3067698"/>
          <a:ext cx="1654571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1654571" y="268303"/>
              </a:lnTo>
              <a:lnTo>
                <a:pt x="1654571" y="39371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D6B1A7-8D69-42D7-B346-640CBE7D914E}">
      <dsp:nvSpPr>
        <dsp:cNvPr id="0" name=""/>
        <dsp:cNvSpPr/>
      </dsp:nvSpPr>
      <dsp:spPr>
        <a:xfrm>
          <a:off x="5597644" y="3067698"/>
          <a:ext cx="91440" cy="3937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371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4205B4-40FA-4A39-9EB7-60C9CA962A76}">
      <dsp:nvSpPr>
        <dsp:cNvPr id="0" name=""/>
        <dsp:cNvSpPr/>
      </dsp:nvSpPr>
      <dsp:spPr>
        <a:xfrm>
          <a:off x="3988792" y="3067698"/>
          <a:ext cx="1654571" cy="393712"/>
        </a:xfrm>
        <a:custGeom>
          <a:avLst/>
          <a:gdLst/>
          <a:ahLst/>
          <a:cxnLst/>
          <a:rect l="0" t="0" r="0" b="0"/>
          <a:pathLst>
            <a:path>
              <a:moveTo>
                <a:pt x="1654571" y="0"/>
              </a:moveTo>
              <a:lnTo>
                <a:pt x="1654571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06B2D8-05B9-4001-95C2-7D96E493262E}">
      <dsp:nvSpPr>
        <dsp:cNvPr id="0" name=""/>
        <dsp:cNvSpPr/>
      </dsp:nvSpPr>
      <dsp:spPr>
        <a:xfrm>
          <a:off x="3575149" y="1814360"/>
          <a:ext cx="2068214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2068214" y="268303"/>
              </a:lnTo>
              <a:lnTo>
                <a:pt x="2068214" y="39371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9473C9-FFDC-4555-BA4A-1E8E54B917F3}">
      <dsp:nvSpPr>
        <dsp:cNvPr id="0" name=""/>
        <dsp:cNvSpPr/>
      </dsp:nvSpPr>
      <dsp:spPr>
        <a:xfrm>
          <a:off x="1506934" y="3067698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827285" y="268303"/>
              </a:lnTo>
              <a:lnTo>
                <a:pt x="827285" y="39371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1686F9-FAA3-4B12-B23D-268A51FDE4EE}">
      <dsp:nvSpPr>
        <dsp:cNvPr id="0" name=""/>
        <dsp:cNvSpPr/>
      </dsp:nvSpPr>
      <dsp:spPr>
        <a:xfrm>
          <a:off x="679648" y="3067698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827285" y="0"/>
              </a:moveTo>
              <a:lnTo>
                <a:pt x="827285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6A7138-7A9B-40D9-AFB3-7CC299761DC5}">
      <dsp:nvSpPr>
        <dsp:cNvPr id="0" name=""/>
        <dsp:cNvSpPr/>
      </dsp:nvSpPr>
      <dsp:spPr>
        <a:xfrm>
          <a:off x="1506934" y="1814360"/>
          <a:ext cx="2068214" cy="393712"/>
        </a:xfrm>
        <a:custGeom>
          <a:avLst/>
          <a:gdLst/>
          <a:ahLst/>
          <a:cxnLst/>
          <a:rect l="0" t="0" r="0" b="0"/>
          <a:pathLst>
            <a:path>
              <a:moveTo>
                <a:pt x="2068214" y="0"/>
              </a:moveTo>
              <a:lnTo>
                <a:pt x="2068214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F77498-5FAA-47DB-8607-90AF28F0E031}">
      <dsp:nvSpPr>
        <dsp:cNvPr id="0" name=""/>
        <dsp:cNvSpPr/>
      </dsp:nvSpPr>
      <dsp:spPr>
        <a:xfrm>
          <a:off x="1774917" y="954735"/>
          <a:ext cx="3600462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A08F8-7354-44D6-BB7C-17D41EB34B94}">
      <dsp:nvSpPr>
        <dsp:cNvPr id="0" name=""/>
        <dsp:cNvSpPr/>
      </dsp:nvSpPr>
      <dsp:spPr>
        <a:xfrm>
          <a:off x="1925333" y="1097630"/>
          <a:ext cx="3600462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Adrenergic receptors </a:t>
          </a:r>
        </a:p>
      </dsp:txBody>
      <dsp:txXfrm>
        <a:off x="1950511" y="1122808"/>
        <a:ext cx="3550106" cy="809269"/>
      </dsp:txXfrm>
    </dsp:sp>
    <dsp:sp modelId="{DDDFC7CC-DB99-4FBF-B7F4-7F4F76137D61}">
      <dsp:nvSpPr>
        <dsp:cNvPr id="0" name=""/>
        <dsp:cNvSpPr/>
      </dsp:nvSpPr>
      <dsp:spPr>
        <a:xfrm>
          <a:off x="830064" y="2208073"/>
          <a:ext cx="1353740" cy="85962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FE5A7A-6A08-4882-A4F4-DD7A2C1C0C28}">
      <dsp:nvSpPr>
        <dsp:cNvPr id="0" name=""/>
        <dsp:cNvSpPr/>
      </dsp:nvSpPr>
      <dsp:spPr>
        <a:xfrm>
          <a:off x="980479" y="2350968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3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α</a:t>
          </a:r>
          <a:r>
            <a:rPr lang="en-US" sz="3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 sz="3700" kern="1200" dirty="0"/>
        </a:p>
      </dsp:txBody>
      <dsp:txXfrm>
        <a:off x="1005657" y="2376146"/>
        <a:ext cx="1303384" cy="809269"/>
      </dsp:txXfrm>
    </dsp:sp>
    <dsp:sp modelId="{0A4CA6ED-6369-41BC-8094-935F8B94A2FB}">
      <dsp:nvSpPr>
        <dsp:cNvPr id="0" name=""/>
        <dsp:cNvSpPr/>
      </dsp:nvSpPr>
      <dsp:spPr>
        <a:xfrm>
          <a:off x="2778" y="3461411"/>
          <a:ext cx="1353740" cy="85962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0CD4D7-B2B7-4A19-AB4E-05287026720B}">
      <dsp:nvSpPr>
        <dsp:cNvPr id="0" name=""/>
        <dsp:cNvSpPr/>
      </dsp:nvSpPr>
      <dsp:spPr>
        <a:xfrm>
          <a:off x="153193" y="3604306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3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α</a:t>
          </a:r>
          <a:r>
            <a:rPr lang="en-US" sz="3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1</a:t>
          </a:r>
          <a:endParaRPr lang="en-US" sz="3700" kern="1200" dirty="0"/>
        </a:p>
      </dsp:txBody>
      <dsp:txXfrm>
        <a:off x="178371" y="3629484"/>
        <a:ext cx="1303384" cy="809269"/>
      </dsp:txXfrm>
    </dsp:sp>
    <dsp:sp modelId="{26F57E65-B472-4E31-AF4D-956248459E68}">
      <dsp:nvSpPr>
        <dsp:cNvPr id="0" name=""/>
        <dsp:cNvSpPr/>
      </dsp:nvSpPr>
      <dsp:spPr>
        <a:xfrm>
          <a:off x="1657350" y="3461411"/>
          <a:ext cx="1353740" cy="85962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8F9F1D-246B-4C16-BEE4-CD1A6AC46D7E}">
      <dsp:nvSpPr>
        <dsp:cNvPr id="0" name=""/>
        <dsp:cNvSpPr/>
      </dsp:nvSpPr>
      <dsp:spPr>
        <a:xfrm>
          <a:off x="1807765" y="3604306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3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α</a:t>
          </a:r>
          <a:r>
            <a:rPr lang="en-US" sz="3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2</a:t>
          </a:r>
          <a:endParaRPr lang="en-US" sz="3700" kern="1200" dirty="0"/>
        </a:p>
      </dsp:txBody>
      <dsp:txXfrm>
        <a:off x="1832943" y="3629484"/>
        <a:ext cx="1303384" cy="809269"/>
      </dsp:txXfrm>
    </dsp:sp>
    <dsp:sp modelId="{87413261-72A1-49ED-A573-DC4A54C7858D}">
      <dsp:nvSpPr>
        <dsp:cNvPr id="0" name=""/>
        <dsp:cNvSpPr/>
      </dsp:nvSpPr>
      <dsp:spPr>
        <a:xfrm>
          <a:off x="4966493" y="2208073"/>
          <a:ext cx="1353740" cy="85962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105879-DAA7-4D94-B505-28EAAF0B6D88}">
      <dsp:nvSpPr>
        <dsp:cNvPr id="0" name=""/>
        <dsp:cNvSpPr/>
      </dsp:nvSpPr>
      <dsp:spPr>
        <a:xfrm>
          <a:off x="5116909" y="2350968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3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β</a:t>
          </a:r>
          <a:endParaRPr lang="en-US" sz="3700" kern="1200" dirty="0"/>
        </a:p>
      </dsp:txBody>
      <dsp:txXfrm>
        <a:off x="5142087" y="2376146"/>
        <a:ext cx="1303384" cy="809269"/>
      </dsp:txXfrm>
    </dsp:sp>
    <dsp:sp modelId="{4F5A160C-1A03-439A-AB70-EAEB5E7FF91A}">
      <dsp:nvSpPr>
        <dsp:cNvPr id="0" name=""/>
        <dsp:cNvSpPr/>
      </dsp:nvSpPr>
      <dsp:spPr>
        <a:xfrm>
          <a:off x="3311921" y="3461411"/>
          <a:ext cx="1353740" cy="85962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ABFE75-50EB-4BD6-AB46-2B1ABD2A32F3}">
      <dsp:nvSpPr>
        <dsp:cNvPr id="0" name=""/>
        <dsp:cNvSpPr/>
      </dsp:nvSpPr>
      <dsp:spPr>
        <a:xfrm>
          <a:off x="3462337" y="3604306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3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β</a:t>
          </a:r>
          <a:r>
            <a:rPr lang="en-US" sz="3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1</a:t>
          </a:r>
          <a:endParaRPr lang="en-US" sz="3700" kern="1200" dirty="0"/>
        </a:p>
      </dsp:txBody>
      <dsp:txXfrm>
        <a:off x="3487515" y="3629484"/>
        <a:ext cx="1303384" cy="809269"/>
      </dsp:txXfrm>
    </dsp:sp>
    <dsp:sp modelId="{415A3A02-CBB1-4A44-9854-E4D512CE5678}">
      <dsp:nvSpPr>
        <dsp:cNvPr id="0" name=""/>
        <dsp:cNvSpPr/>
      </dsp:nvSpPr>
      <dsp:spPr>
        <a:xfrm>
          <a:off x="4966493" y="3461411"/>
          <a:ext cx="1353740" cy="85962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7F69A0-CF1C-4115-AAD0-54C2AA6CBC82}">
      <dsp:nvSpPr>
        <dsp:cNvPr id="0" name=""/>
        <dsp:cNvSpPr/>
      </dsp:nvSpPr>
      <dsp:spPr>
        <a:xfrm>
          <a:off x="5116909" y="3604306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3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β</a:t>
          </a:r>
          <a:r>
            <a:rPr lang="en-US" sz="3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2</a:t>
          </a:r>
          <a:endParaRPr lang="en-US" sz="3700" kern="1200" dirty="0"/>
        </a:p>
      </dsp:txBody>
      <dsp:txXfrm>
        <a:off x="5142087" y="3629484"/>
        <a:ext cx="1303384" cy="809269"/>
      </dsp:txXfrm>
    </dsp:sp>
    <dsp:sp modelId="{DC887A5F-A7AE-41B4-9444-0DB278132FB8}">
      <dsp:nvSpPr>
        <dsp:cNvPr id="0" name=""/>
        <dsp:cNvSpPr/>
      </dsp:nvSpPr>
      <dsp:spPr>
        <a:xfrm>
          <a:off x="6621065" y="3461411"/>
          <a:ext cx="1353740" cy="85962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11FDAA-2AB9-40B5-905D-7972A8E50A24}">
      <dsp:nvSpPr>
        <dsp:cNvPr id="0" name=""/>
        <dsp:cNvSpPr/>
      </dsp:nvSpPr>
      <dsp:spPr>
        <a:xfrm>
          <a:off x="6771481" y="3604306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3700" kern="1200" dirty="0"/>
            <a:t>β </a:t>
          </a:r>
          <a:r>
            <a:rPr lang="en-US" sz="3700" kern="1200" dirty="0"/>
            <a:t>3</a:t>
          </a:r>
        </a:p>
      </dsp:txBody>
      <dsp:txXfrm>
        <a:off x="6796659" y="3629484"/>
        <a:ext cx="1303384" cy="8092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2291F-1FEC-2A46-9701-5F116D88D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30DB2-7D38-574D-B87F-4E68872CB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55872-70D9-AC47-84E0-9A619E5F8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10/13/2026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16339-E544-1A4E-A84B-944369114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8DCCF-B245-2444-AB4A-7B9BDAF0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297442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293E-3E2F-6149-8BA2-52A5648D1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0098D-E88B-5441-AA65-8891F0662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F45B1-AD4C-DA4E-9559-5DFA14EA4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10/13/2026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F14AC-CD29-0348-BF98-38A4D7C35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3DAC0-D9F7-014F-B3AB-D0043AAD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12579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0A38-0CB2-D04D-8C90-7167A3C5A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7C20D-54CC-D341-88CD-3549522EC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4C208-EA1C-FF43-B45A-83DEC866F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10/13/2026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70DB4-0E0D-6345-90DB-DAF862FE4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9AD06-34A3-CE4F-A4DA-4D5528E3B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82673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13D39-046B-914E-88A0-6552EC474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C26CC-791D-F343-93E9-21E8F743E7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88BCF-FDA7-444D-8C1A-94409EFE8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551B1-EE8B-764F-A8A8-1D82F7FF2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10/13/2026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77BB5-08FA-5F43-813C-9D048047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7AE57-6F47-2449-B1E0-5A7212DA7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908970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849F6-483E-B948-8889-64B3C553F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3C833-D168-B147-9539-ABAE1C982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77F9A-0321-0140-91C9-900280D39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25A0E7-21F1-E84C-BA62-BA581B58A0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B1A8F9-B595-E843-AE27-8FEECE89F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32D910-A383-F64B-84EB-2A5B3F205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10/13/2026</a:t>
            </a:fld>
            <a:endParaRPr lang="en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FB07CF-8BC8-6047-9A61-71BA4B2F5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6EF9DF-5B81-BE49-9306-67C42D2C5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994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A8BF-A10C-FD44-B992-61A8720D0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61D50-4DA8-3047-85FF-8EF5FB208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10/13/2026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DF751-A9A4-3448-8EA5-724643913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0FEBA-592B-5F4F-BA30-ADC9A3816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967580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A02A46-3F29-A440-A843-C77B7C12F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10/13/2026</a:t>
            </a:fld>
            <a:endParaRPr lang="en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D76E57-C6E4-1942-A970-27118AB9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D18A4-C2F3-CF44-814D-E5B3A2C2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3403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228F9-AF96-9C4D-83FE-A9756AD7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12BBA-F896-5C4D-AD31-148271805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1BC09-BDA5-0E43-8050-1196BE615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9F12B-E81C-BF49-9989-85DC92FBE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10/13/2026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503FE-29EC-9D4A-A977-9AE8C583E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652A6-56B9-8048-9738-0C9772EC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477222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2683-F2E2-3F47-96EF-86037A416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F8FE2F-BC00-6D4C-8DF4-4A2CE34301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A0730-ED86-294B-B52D-576DB0327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423F6-CDB1-0E4D-9D0A-F09BA8637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10/13/2026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085A9-5B2C-E248-8597-1410DC222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73CF4-55C9-AD4A-ADD2-E90F9B619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58539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2CE45-2BB9-8443-8E38-BE0847E07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FEEA0-E059-CC48-826B-B4D2C286A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8BEBC-1051-2143-B581-5EF4F8C41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10/13/2026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43065-1F63-FD4C-84F8-619F2C333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1524D-66D9-B340-AE0F-CB8152DE8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11550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295558-D2B1-A645-B7BD-33E796834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C0D934-634B-864B-BC1B-9A7738120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DCA47-7183-3640-B709-8681C3016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10/13/2026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50F76-00B3-3D44-8998-3927A917E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1E62F-B2B9-9C42-92BB-3678F084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71867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5B51F1-D73E-444C-88AE-D823473C5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B86CA-2AFF-1E41-85C9-DF4BD3529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810F1-8D36-B249-BEEF-04CF01556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B1ABE-0409-F743-A828-0C8C93FFAE2C}" type="datetimeFigureOut">
              <a:rPr lang="en-EG" smtClean="0"/>
              <a:t>10/13/2026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F75FC-03DA-CC4C-8EFA-9DCF9DB9DB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329C3-49AB-B84B-9633-0C7438084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4074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851513" y="1905304"/>
            <a:ext cx="41889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Field of Dentistry </a:t>
            </a:r>
            <a:endParaRPr lang="en-EG" sz="4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B86D5-5070-314B-8FF3-AD3C464A7684}"/>
              </a:ext>
            </a:extLst>
          </p:cNvPr>
          <p:cNvSpPr txBox="1"/>
          <p:nvPr/>
        </p:nvSpPr>
        <p:spPr>
          <a:xfrm>
            <a:off x="851513" y="2571063"/>
            <a:ext cx="4491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Physiology for dental students 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B205BF-B7E8-8442-8978-77BF24E0C175}"/>
              </a:ext>
            </a:extLst>
          </p:cNvPr>
          <p:cNvSpPr txBox="1"/>
          <p:nvPr/>
        </p:nvSpPr>
        <p:spPr>
          <a:xfrm>
            <a:off x="851513" y="3136142"/>
            <a:ext cx="45079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D5A84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Lecture : (Autonomic Nervous System 3 )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C9BF02-2656-D049-8520-4F18B0529DEF}"/>
              </a:ext>
            </a:extLst>
          </p:cNvPr>
          <p:cNvSpPr txBox="1"/>
          <p:nvPr/>
        </p:nvSpPr>
        <p:spPr>
          <a:xfrm>
            <a:off x="4714596" y="4913572"/>
            <a:ext cx="2005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D5A84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Date :   /10  /2026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601A4A-8EB2-5B41-AA2F-8AA385D963EC}"/>
              </a:ext>
            </a:extLst>
          </p:cNvPr>
          <p:cNvSpPr txBox="1"/>
          <p:nvPr/>
        </p:nvSpPr>
        <p:spPr>
          <a:xfrm>
            <a:off x="854137" y="4913572"/>
            <a:ext cx="2409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D5A84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Dr : (Mohamed Talal)</a:t>
            </a:r>
          </a:p>
        </p:txBody>
      </p:sp>
    </p:spTree>
    <p:extLst>
      <p:ext uri="{BB962C8B-B14F-4D97-AF65-F5344CB8AC3E}">
        <p14:creationId xmlns:p14="http://schemas.microsoft.com/office/powerpoint/2010/main" val="1689048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70423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4000" b="1" dirty="0">
                <a:solidFill>
                  <a:srgbClr val="D5A84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sympathetic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nervous system :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3BEB0E05-EA96-4804-ACF0-4D54E4DE94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b="53653"/>
          <a:stretch/>
        </p:blipFill>
        <p:spPr>
          <a:xfrm>
            <a:off x="339756" y="1495424"/>
            <a:ext cx="11257478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16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69397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sympathetic nervous system: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D3107D2-1A31-4F59-B619-5F37ACD4C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327913"/>
            <a:ext cx="9144000" cy="527180"/>
          </a:xfrm>
        </p:spPr>
        <p:txBody>
          <a:bodyPr>
            <a:normAutofit/>
          </a:bodyPr>
          <a:lstStyle/>
          <a:p>
            <a:pPr algn="l"/>
            <a:r>
              <a:rPr lang="en-US" sz="1200" dirty="0"/>
              <a:t>(Biology – forums , copy rights 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B386BF-DE29-4407-ACFB-6CA542D0AB1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3"/>
          <a:srcRect l="1679" b="55144"/>
          <a:stretch/>
        </p:blipFill>
        <p:spPr>
          <a:xfrm>
            <a:off x="326572" y="1238250"/>
            <a:ext cx="11080750" cy="31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3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67858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sympathetic nervous system: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1" y="584612"/>
            <a:ext cx="8527280" cy="5993470"/>
          </a:xfrm>
        </p:spPr>
        <p:txBody>
          <a:bodyPr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b="1" dirty="0"/>
              <a:t>Chemical neurotransmitter: </a:t>
            </a:r>
          </a:p>
          <a:p>
            <a:pPr marL="971550" lvl="1" indent="-514350">
              <a:lnSpc>
                <a:spcPct val="250000"/>
              </a:lnSpc>
              <a:buFont typeface="+mj-lt"/>
              <a:buAutoNum type="arabicPeriod"/>
            </a:pPr>
            <a:r>
              <a:rPr lang="en-US" dirty="0"/>
              <a:t>Acetyl choline </a:t>
            </a:r>
          </a:p>
          <a:p>
            <a:pPr marL="971550" lvl="1" indent="-514350">
              <a:lnSpc>
                <a:spcPct val="250000"/>
              </a:lnSpc>
              <a:buFont typeface="+mj-lt"/>
              <a:buAutoNum type="arabicPeriod"/>
            </a:pPr>
            <a:r>
              <a:rPr lang="en-US" dirty="0"/>
              <a:t>Noradrenaline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347F26-9752-4AC9-8D9B-C66282C1E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381" y="1613128"/>
            <a:ext cx="8144438" cy="2286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69AC70-0558-40E1-B970-AD559AD48F07}"/>
              </a:ext>
            </a:extLst>
          </p:cNvPr>
          <p:cNvSpPr/>
          <p:nvPr/>
        </p:nvSpPr>
        <p:spPr>
          <a:xfrm>
            <a:off x="3869381" y="3896409"/>
            <a:ext cx="21865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(Biology – forums , copy rights ) </a:t>
            </a:r>
          </a:p>
        </p:txBody>
      </p:sp>
    </p:spTree>
    <p:extLst>
      <p:ext uri="{BB962C8B-B14F-4D97-AF65-F5344CB8AC3E}">
        <p14:creationId xmlns:p14="http://schemas.microsoft.com/office/powerpoint/2010/main" val="3474132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69397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sympathetic nervous system: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1" y="584611"/>
            <a:ext cx="5334172" cy="561091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u="sng" dirty="0"/>
              <a:t>Acetyl choline 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/>
              <a:t>Formation: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400" dirty="0"/>
              <a:t>           Acetate + Co-enzyme A</a:t>
            </a:r>
          </a:p>
          <a:p>
            <a:pPr marL="0" indent="0" algn="ctr">
              <a:lnSpc>
                <a:spcPct val="120000"/>
              </a:lnSpc>
              <a:buNone/>
            </a:pPr>
            <a:endParaRPr lang="en-US" sz="2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400" dirty="0"/>
              <a:t>            Acetyl Co-A + choline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en-US" sz="2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400" dirty="0"/>
              <a:t>             Acetyl choline</a:t>
            </a:r>
          </a:p>
          <a:p>
            <a:pPr marL="0" indent="0">
              <a:lnSpc>
                <a:spcPct val="250000"/>
              </a:lnSpc>
              <a:buNone/>
            </a:pPr>
            <a:endParaRPr lang="en-US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FEEFE0-651F-4595-A8B4-6AEEA69CC59F}"/>
              </a:ext>
            </a:extLst>
          </p:cNvPr>
          <p:cNvCxnSpPr/>
          <p:nvPr/>
        </p:nvCxnSpPr>
        <p:spPr>
          <a:xfrm>
            <a:off x="3107093" y="2211355"/>
            <a:ext cx="0" cy="8397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DACC2C-7E19-45DF-A5D5-DEEA0EF776A8}"/>
              </a:ext>
            </a:extLst>
          </p:cNvPr>
          <p:cNvCxnSpPr/>
          <p:nvPr/>
        </p:nvCxnSpPr>
        <p:spPr>
          <a:xfrm>
            <a:off x="3107093" y="3354355"/>
            <a:ext cx="0" cy="7137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41DACD31-EA51-44EF-884D-E3D572EBD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477" y="1012954"/>
            <a:ext cx="726757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793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69397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sympathetic nervous system: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1" y="584611"/>
            <a:ext cx="5334172" cy="561091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u="sng" dirty="0"/>
              <a:t>Acetyl choline 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Removal: </a:t>
            </a:r>
          </a:p>
          <a:p>
            <a:pPr>
              <a:lnSpc>
                <a:spcPct val="100000"/>
              </a:lnSpc>
            </a:pPr>
            <a:r>
              <a:rPr lang="en-US" dirty="0"/>
              <a:t>By choline esterase enzyme </a:t>
            </a:r>
          </a:p>
          <a:p>
            <a:pPr marL="0" indent="0">
              <a:lnSpc>
                <a:spcPct val="250000"/>
              </a:lnSpc>
              <a:buNone/>
            </a:pPr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1DACD31-EA51-44EF-884D-E3D572EBD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477" y="1012954"/>
            <a:ext cx="726757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51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69397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sympathetic nervous system: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2" y="707886"/>
            <a:ext cx="6810448" cy="5610915"/>
          </a:xfrm>
        </p:spPr>
        <p:txBody>
          <a:bodyPr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50000"/>
              </a:lnSpc>
              <a:buNone/>
            </a:pP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C6335A-D1A5-4BD2-AEC9-EF63C135F2DD}"/>
              </a:ext>
            </a:extLst>
          </p:cNvPr>
          <p:cNvSpPr/>
          <p:nvPr/>
        </p:nvSpPr>
        <p:spPr>
          <a:xfrm>
            <a:off x="251927" y="723828"/>
            <a:ext cx="6318010" cy="4184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/>
              <a:t>Nicotinic receptors :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b="1" u="sng" dirty="0"/>
              <a:t>Site :</a:t>
            </a:r>
            <a:r>
              <a:rPr lang="en-US" sz="2000" b="1" dirty="0"/>
              <a:t> </a:t>
            </a:r>
            <a:r>
              <a:rPr lang="en-US" sz="2000" dirty="0"/>
              <a:t>Autonomic ganglia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b="1" u="sng" dirty="0"/>
              <a:t>Stimulated by : </a:t>
            </a:r>
            <a:r>
              <a:rPr lang="en-US" sz="2000" dirty="0"/>
              <a:t>Nicotine small dose – anti-choline esterase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b="1" u="sng" dirty="0"/>
              <a:t>Blocked by :  </a:t>
            </a:r>
            <a:r>
              <a:rPr lang="en-US" sz="2000" dirty="0"/>
              <a:t>Nicotine large dose – hexamethonium – tetraethyl ammonium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A00D62-03D5-4239-992F-6F521B1ADC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5938"/>
          <a:stretch/>
        </p:blipFill>
        <p:spPr>
          <a:xfrm>
            <a:off x="6699209" y="731802"/>
            <a:ext cx="4655433" cy="451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62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69397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sympathetic nervous system: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1" y="584611"/>
            <a:ext cx="4011264" cy="5610915"/>
          </a:xfrm>
        </p:spPr>
        <p:txBody>
          <a:bodyPr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b="1" dirty="0"/>
              <a:t>Noradrenaline :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2400" dirty="0"/>
              <a:t>Tyrosine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2400" dirty="0"/>
              <a:t>L -Dopa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2400" dirty="0"/>
              <a:t>Dopamine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2400" dirty="0"/>
              <a:t>Noradrenaline 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AA6C3B8-6714-4975-893F-BAC54B1549BC}"/>
              </a:ext>
            </a:extLst>
          </p:cNvPr>
          <p:cNvCxnSpPr/>
          <p:nvPr/>
        </p:nvCxnSpPr>
        <p:spPr>
          <a:xfrm>
            <a:off x="2164702" y="2379306"/>
            <a:ext cx="0" cy="6064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5AB938-4C7B-4232-A4DB-B7598DC10D72}"/>
              </a:ext>
            </a:extLst>
          </p:cNvPr>
          <p:cNvCxnSpPr/>
          <p:nvPr/>
        </p:nvCxnSpPr>
        <p:spPr>
          <a:xfrm>
            <a:off x="2164702" y="3256384"/>
            <a:ext cx="0" cy="57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541F1BE-6E43-4CF8-B87F-705DA73219FA}"/>
              </a:ext>
            </a:extLst>
          </p:cNvPr>
          <p:cNvCxnSpPr/>
          <p:nvPr/>
        </p:nvCxnSpPr>
        <p:spPr>
          <a:xfrm>
            <a:off x="2164702" y="4133461"/>
            <a:ext cx="0" cy="6438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5E0BDDE-A7C9-4569-8669-FA8CA5BA7B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r="10919"/>
          <a:stretch/>
        </p:blipFill>
        <p:spPr>
          <a:xfrm>
            <a:off x="3877550" y="875134"/>
            <a:ext cx="754312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01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69397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sympathetic nervous system: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1" y="584611"/>
            <a:ext cx="4011264" cy="5610915"/>
          </a:xfrm>
        </p:spPr>
        <p:txBody>
          <a:bodyPr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b="1" dirty="0"/>
              <a:t>Noradrenaline 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E0BDDE-A7C9-4569-8669-FA8CA5BA7B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3379" r="10919"/>
          <a:stretch/>
        </p:blipFill>
        <p:spPr>
          <a:xfrm>
            <a:off x="5603687" y="875134"/>
            <a:ext cx="6410131" cy="4762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AB3E7EB-E4EA-4750-920B-A62393145813}"/>
              </a:ext>
            </a:extLst>
          </p:cNvPr>
          <p:cNvSpPr/>
          <p:nvPr/>
        </p:nvSpPr>
        <p:spPr>
          <a:xfrm>
            <a:off x="123099" y="1699055"/>
            <a:ext cx="6096000" cy="18928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Removal: by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50 – 80% by active reuptake into nerve ending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destruction by : 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E9354B-F0B0-4626-91AC-D15D672DE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382997"/>
              </p:ext>
            </p:extLst>
          </p:nvPr>
        </p:nvGraphicFramePr>
        <p:xfrm>
          <a:off x="178180" y="3156839"/>
          <a:ext cx="5270898" cy="544322"/>
        </p:xfrm>
        <a:graphic>
          <a:graphicData uri="http://schemas.openxmlformats.org/drawingml/2006/table">
            <a:tbl>
              <a:tblPr firstRow="1" firstCol="1" bandRow="1"/>
              <a:tblGrid>
                <a:gridCol w="2635449">
                  <a:extLst>
                    <a:ext uri="{9D8B030D-6E8A-4147-A177-3AD203B41FA5}">
                      <a16:colId xmlns:a16="http://schemas.microsoft.com/office/drawing/2014/main" val="3580608315"/>
                    </a:ext>
                  </a:extLst>
                </a:gridCol>
                <a:gridCol w="2635449">
                  <a:extLst>
                    <a:ext uri="{9D8B030D-6E8A-4147-A177-3AD203B41FA5}">
                      <a16:colId xmlns:a16="http://schemas.microsoft.com/office/drawing/2014/main" val="4118437720"/>
                    </a:ext>
                  </a:extLst>
                </a:gridCol>
              </a:tblGrid>
              <a:tr h="4003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MAO ( monoamine oxidase )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COMT ( catechol-O- methyl transferase 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956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096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69397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sympathetic nervous system: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B3E7EB-E4EA-4750-920B-A62393145813}"/>
              </a:ext>
            </a:extLst>
          </p:cNvPr>
          <p:cNvSpPr/>
          <p:nvPr/>
        </p:nvSpPr>
        <p:spPr>
          <a:xfrm>
            <a:off x="123099" y="169905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B70FED3-27DF-464E-A98B-CAE8D58374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632480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3184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2231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193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Source Sans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mohamed talal</cp:lastModifiedBy>
  <cp:revision>27</cp:revision>
  <dcterms:created xsi:type="dcterms:W3CDTF">2021-10-23T20:54:08Z</dcterms:created>
  <dcterms:modified xsi:type="dcterms:W3CDTF">2026-10-13T07:39:29Z</dcterms:modified>
</cp:coreProperties>
</file>